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OpenCode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编程助手完全指南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知识点 · 配置 · 最佳实践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OpenCode？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 AI 编程助手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是一个开源的终端 AI 编程工具，支持多 AI 模型，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帮助开发者高效完成代码编写、审查、调试等任务。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73152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完全开源免费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73152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Claude、GPT、DeepSeek 等多模型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73152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跨平台：Linux、macOS、Windows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73152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可扩展的 Skills 技能系统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1737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多模型支持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灵活切换 Claude、GPT、DeepSeek 等 AI 模型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91440" cy="1737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技能系统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可定制开发工作流自动化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91440" cy="1737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配置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项目级规则和上下文管理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108960"/>
            <a:ext cx="91440" cy="1737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插件扩展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37760" y="3931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连接外部工具和服务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安装与配置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安装命令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566160" cy="9144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macOS/Linux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-sL ... | sh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或使用 npm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opencode-cli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配置文件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opencode.json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全局/项目配置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项目规则和上下文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~/.config/opencode/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全局设置目录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基础使用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0" cy="50292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11887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启动会话（当前目录）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200400" cy="50292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./src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17830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指定目录启动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200400" cy="50292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7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3774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显示帮助信息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200400" cy="50292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71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971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 AI 模型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200400" cy="50292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3566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查看可用技能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提示：使用 @ 引用文件，保持上下文精确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技能系统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目录结构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566160" cy="100584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E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~/.opencode/skills/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my-skill/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 SKILL.md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内容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触发条件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工作流程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输出格式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示例代码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内置技能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2560320" cy="3657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3840480"/>
            <a:ext cx="2560320" cy="3657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840480"/>
            <a:ext cx="2560320" cy="3657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2560320" cy="3657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4297680"/>
            <a:ext cx="2560320" cy="3657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daily-report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4297680"/>
            <a:ext cx="2560320" cy="3657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sc-refactor-review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最佳实践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精准引用文件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@ 语法引用具体文件，保持上下文精确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2402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分步执行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复杂任务拆解为多个步骤，逐步验证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自动化工作流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 Skills 自动化重复性任务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1605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安全第一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4805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不暴露敏感信息，使用环境变量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1737360"/>
            <a:ext cx="2743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= 强大的 AI 编程能力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+ 灵活的扩展系统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+ 开源免费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立即开始使用，提升开发效率！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https://opencode.ai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使用指南</dc:title>
  <dc:subject>PptxGenJS Presentation</dc:subject>
  <dc:creator>AI Assistant</dc:creator>
  <cp:lastModifiedBy>AI Assistant</cp:lastModifiedBy>
  <cp:revision>1</cp:revision>
  <dcterms:created xsi:type="dcterms:W3CDTF">2026-03-20T19:16:07Z</dcterms:created>
  <dcterms:modified xsi:type="dcterms:W3CDTF">2026-03-20T19:16:07Z</dcterms:modified>
</cp:coreProperties>
</file>